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Calibri"/>
              </a:rPr>
              <a:t>Correlations found on identical data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Correlations produced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9D5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
(naive time/user join)</c:v>
                  </c:pt>
                  <c:pt idx="1">
                    <c:v>Rule Engine
(this prototype)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1F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6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657600" cy="3657600"/>
          </a:xfrm>
          <a:prstGeom prst="ellipse">
            <a:avLst/>
          </a:prstGeom>
          <a:solidFill>
            <a:srgbClr val="26338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SEMESTER 5 · REVIEW 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3774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Attack-Chain Correlation Engine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identity, endpoint, email, network and cloud alerts into one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story — instead of five disconnected ones.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5074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5623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11880" y="5074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5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611880" y="5623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INTEGRATED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0" y="5074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11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400800" y="5623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TESTS PASSED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9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Completion Walkthrough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Are Scattered. Attacks Are Not.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intrusion moves across tools: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login in Identity, a suspicious process in Endpoint, a link click in Email, an outbound connection in Network, a new role in Cloud.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only sees its own slice. No tool sees the chain.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931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15–45 min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455371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manual time to cross-reference dashboards and confirm a single attack chain — if it is caught at all.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223760" y="777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TOOLS. FIVE BLIND SPOTS.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155448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1E6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810512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95160" y="26334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509760" y="128016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1E6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2" y="1536192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89720" y="23591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10881360" y="274320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1E6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2999232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61320" y="3822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509760" y="420624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1E6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4462272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89720" y="52852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315200" y="393192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1E6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4187952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95160" y="5010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260604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Attack-Chain Correlation Engine · Review 1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Five Sources, One Alert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layer that sits alongside existing tools — it never replaces them, and never writes back.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825142" cy="3017520"/>
          </a:xfrm>
          <a:prstGeom prst="roundRect">
            <a:avLst>
              <a:gd name="adj" fmla="val 400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5451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755" y="2642616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3291840"/>
            <a:ext cx="15508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3685032"/>
            <a:ext cx="14959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source adapters read alerts. Missing source = empty list, not a crash.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31891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629814" y="2148840"/>
            <a:ext cx="1825142" cy="3017520"/>
          </a:xfrm>
          <a:prstGeom prst="roundRect">
            <a:avLst>
              <a:gd name="adj" fmla="val 400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76626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930" y="2642616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39542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766974" y="3291840"/>
            <a:ext cx="15508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794406" y="3685032"/>
            <a:ext cx="14959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mapped into one common schema (CommonEvent).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400093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4710989" y="2148840"/>
            <a:ext cx="1825142" cy="3017520"/>
          </a:xfrm>
          <a:prstGeom prst="roundRect">
            <a:avLst>
              <a:gd name="adj" fmla="val 400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25780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2642616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20717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848149" y="3291840"/>
            <a:ext cx="15508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875581" y="3685032"/>
            <a:ext cx="14959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↔ Asset ↔ Session linking — the join key across tools.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481267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792163" y="2148840"/>
            <a:ext cx="1825142" cy="3017520"/>
          </a:xfrm>
          <a:prstGeom prst="roundRect">
            <a:avLst>
              <a:gd name="adj" fmla="val 400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38974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78" y="2642616"/>
            <a:ext cx="438912" cy="4389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01891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929323" y="3291840"/>
            <a:ext cx="15508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Correlate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6956755" y="3685032"/>
            <a:ext cx="14959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matches multi-step patterns; baseline runs alongside for comparison.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8562442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8873338" y="2148840"/>
            <a:ext cx="1825142" cy="3017520"/>
          </a:xfrm>
          <a:prstGeom prst="roundRect">
            <a:avLst>
              <a:gd name="adj" fmla="val 400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420149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6453" y="2642616"/>
            <a:ext cx="438912" cy="43891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983066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9010498" y="3291840"/>
            <a:ext cx="15508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+ Audit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9037930" y="3685032"/>
            <a:ext cx="14959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chain alert out; every decision logged to an append-only trail.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54864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shown above: Identity + Endpoint are built and running in Phase 1. Email, Network and Cloud follow the same adapter pattern in Phase 2.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Attack-Chain Correlation Engine · Review 1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DELIVERABLES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74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4708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642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assumptions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25880" y="202996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workflow constraints, and the success definition documented.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89320" y="1554480"/>
            <a:ext cx="5074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84708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0" y="16642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766560" y="202996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Six-layer pipeline, diagrammed end to end, with a Phase-2 rollback design.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2788920"/>
            <a:ext cx="5074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08152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2898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data schema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325880" y="326440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format + Identity / Asset / Session entity tables.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989320" y="2788920"/>
            <a:ext cx="5074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308152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0" y="2898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engine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766560" y="326440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same-user/same-time join — our honest comparison point.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4023360"/>
            <a:ext cx="5074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315968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413308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correlation engine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325880" y="449884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working detection rules across Identity + Endpoint.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5989320" y="4023360"/>
            <a:ext cx="5074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4315968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413308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6766560" y="449884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firing and chain creation logged, append-only.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548640" y="5257800"/>
            <a:ext cx="5074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550408"/>
            <a:ext cx="457200" cy="4572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325880" y="53675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test suite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1325880" y="573328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automated tests for missing, delayed, and malformed data.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5989320" y="5257800"/>
            <a:ext cx="5074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5550408"/>
            <a:ext cx="457200" cy="4572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766560" y="53675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350" dirty="0"/>
          </a:p>
        </p:txBody>
      </p:sp>
      <p:sp>
        <p:nvSpPr>
          <p:cNvPr id="35" name="Text 25"/>
          <p:cNvSpPr/>
          <p:nvPr/>
        </p:nvSpPr>
        <p:spPr>
          <a:xfrm>
            <a:off x="6766560" y="573328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risks identified, each with a planned Phase-2 mitigation.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Attack-Chain Correlation Engine · Review 1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Schema, Every Tool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is normalized into the same event shape, so tools can finally be compared apples-to-apples.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CommonEvent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71800" y="2514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ID, assigned at normalization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9580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1800" y="29580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UTC, regardless of source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4015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71800" y="3401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/ endpoint / email / network / cloud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38450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event_type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38450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LOGIN_FAILED, PROCESS_EXEC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42885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71800" y="42885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→ critical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47320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identity_id (optional)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71800" y="47320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for system/network-only events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51755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asset_id (optional)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71800" y="51755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for cloud API calls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56189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 (optional)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71800" y="56189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if the tool has no session concept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61081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fields matter: missing data becomes an explicit "None," never a crash or a silent drop.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350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Join Keys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35040" y="2286000"/>
            <a:ext cx="5532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17920" y="26243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identity_id · display_name · email · is_privileged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3090672"/>
            <a:ext cx="5532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163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217920" y="3429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asset_id · hostname · ip_address · is_server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3895344"/>
            <a:ext cx="5532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17920" y="42336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 · identity_id → asset_id · login_time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4837176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CEEEF"/>
          </a:solidFill>
          <a:ln w="12700">
            <a:solidFill>
              <a:srgbClr val="F3D3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49743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Session table is the critical link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63640" y="532180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"alice@corp.com was on WKSTN-042 from 08:04" tells the engine that every endpoint event on WKSTN-042 after 08:04 belongs to alice's chain — without it, alerts stay siloed by tool.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Attack-Chain Correlation Engine · Review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Alerts. More Signal.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30 synthetic events (15 identity + 15 endpoint), run through both approaches.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74520"/>
          <a:ext cx="58521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874520"/>
            <a:ext cx="4754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8660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086600" y="2542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MATCHES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086600" y="285292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events only by "same user, within 10 minutes." Alice's normal morning login pairs with her routine browsing exactly like it pairs with her malicious PowerShell session — mostly noise.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58000" y="3931920"/>
            <a:ext cx="4754880" cy="2057400"/>
          </a:xfrm>
          <a:prstGeom prst="roundRect">
            <a:avLst>
              <a:gd name="adj" fmla="val 3556"/>
            </a:avLst>
          </a:prstGeom>
          <a:solidFill>
            <a:srgbClr val="EAF7EF"/>
          </a:solidFill>
          <a:ln w="12700">
            <a:solidFill>
              <a:srgbClr val="CDEB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086600" y="4599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CHAINS FOUND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086600" y="491032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≥2 linked, causally-ordered signals (e.g. brute force → suspicious process on the linked device). Both chains matched a genuine attack scenario planted in the test data — zero false chains.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precision/recall measurement against a larger dataset is planned for Phase 2 (see closing slide).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Attack-Chain Correlation Engine · Review 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Alert Instead of Eight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#1 — BRUTE_FORCE_ENDPOINT · 95% confidence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26338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12264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5740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08:01–08:03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17520" y="203911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LOGIN_FAILED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017520" y="23500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alice@corp.com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26243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78892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26338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35224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88036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08:05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017520" y="286207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PROCESS_EXEC (encoded PowerShell)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017520" y="31729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· WKSTN-042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868680" y="34472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61188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26338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58184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70332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08:06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017520" y="368503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NETWORK_CONN → known C2 address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3017520" y="39959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· WKSTN-042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68680" y="42702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48640" y="443484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26338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81144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45262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08:08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3017520" y="450799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PROCESS_EXEC (persistence dropper)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3017520" y="48188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· WKSTN-042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48640" y="55321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logic: ≥3 failed logins within 10 minutes, followed by a suspicious endpoint event on the linked asset within 15 minutes. Confidence rises with failure count and event severity.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4864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way: 4 separate alerts across 2 dashboards, manually cross-referenced.   New way: 1 chain alert, generated automatically, fully audited.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Attack-Chain Correlation Engine · Review 1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Useful When Data Isn’t Perfect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engine that breaks the moment one tool goes quiet is worse than no engine at all — so we tested for it directly.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9092" y="2194560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396" y="2340864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Source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54787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37764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tool’s data feed is unavailable.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437083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" y="459943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returns an empty list. Engine keeps running on remaining sources — no crash.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60520" y="19202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90972" y="2194560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6" y="2340864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4340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Event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34840" y="354787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434840" y="37764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arrives after the correlation time window.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434840" y="437083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434840" y="459943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events are correctly excluded; in-window events are still correctly detected.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772400" y="19202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102852" y="2194560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9156" y="2340864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95528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Malformed Event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046720" y="354787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046720" y="37764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Broken, incomplete, or unexpected data.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046720" y="437083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8046720" y="459943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entries are logged and skipped; valid events in the same batch still process normally.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48640" y="566928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EAF7EF"/>
          </a:solidFill>
          <a:ln w="12700">
            <a:solidFill>
              <a:srgbClr val="CDEBD9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69864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34440" y="566928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out of 11 automated tests passed in 0.09 seconds — covering all three failure scenarios above.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Attack-Chain Correlation Engine · Review 1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 — and the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713232"/>
          </a:xfrm>
          <a:prstGeom prst="rect">
            <a:avLst/>
          </a:prstGeom>
          <a:solidFill>
            <a:srgbClr val="1E2761"/>
          </a:solidFill>
          <a:ln w="6350">
            <a:solidFill>
              <a:srgbClr val="E1E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49240" y="155448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89320" y="155448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29400" y="1554480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Mitigation (Phase 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10881360" cy="713232"/>
          </a:xfrm>
          <a:prstGeom prst="rect">
            <a:avLst/>
          </a:prstGeom>
          <a:solidFill>
            <a:srgbClr val="FBFCFE"/>
          </a:solidFill>
          <a:ln w="6350">
            <a:solidFill>
              <a:srgbClr val="E1E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67712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correlation from coincidental timing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49240" y="226771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89320" y="226771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29400" y="2267712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≥2 independent signals; confidence scoring; suppression list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10881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80944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error (wrong user → asset)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49240" y="2980944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89320" y="2980944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29400" y="2980944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time-bounded linking; require temporal overlap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94176"/>
            <a:ext cx="10881360" cy="713232"/>
          </a:xfrm>
          <a:prstGeom prst="rect">
            <a:avLst/>
          </a:prstGeom>
          <a:solidFill>
            <a:srgbClr val="FBFCFE"/>
          </a:solidFill>
          <a:ln w="6350">
            <a:solidFill>
              <a:srgbClr val="E1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94176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Missing-source blind spots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49240" y="3694176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89320" y="3694176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29400" y="3694176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alert on silent source; "incomplete coverage" flag on chains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07408"/>
            <a:ext cx="10881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0740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 from tool updates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49240" y="4407408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89320" y="4407408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29400" y="4407408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version validation; loud failure on missing field; CI tests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0881360" cy="713232"/>
          </a:xfrm>
          <a:prstGeom prst="rect">
            <a:avLst/>
          </a:prstGeom>
          <a:solidFill>
            <a:srgbClr val="FBFCFE"/>
          </a:solidFill>
          <a:ln w="6350">
            <a:solidFill>
              <a:srgbClr val="E1E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12064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volume overwhelming SOC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49240" y="512064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89320" y="512064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29400" y="5120640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throttling; conservative defaults; configurable thresholds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925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Likelihood (1–5)   I = Impact (1–5)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Attack-Chain Correlation Engine · Review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 Complete — Core Proven, Scope Ahead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515600" cy="457200"/>
          </a:xfrm>
          <a:prstGeom prst="roundRect">
            <a:avLst>
              <a:gd name="adj" fmla="val 50000"/>
            </a:avLst>
          </a:prstGeom>
          <a:solidFill>
            <a:srgbClr val="2B367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3680460" cy="45720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3680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DONE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25786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schema &amp; stakeholder assumptions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449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Endpoint sources, live end to end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8386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456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rule-engine comparison (69 vs 2)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2277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895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+ 11 passing edge-case tests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61688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43342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risk register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640080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NEXT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400800" y="2633472"/>
            <a:ext cx="219456" cy="21945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6812280" y="25786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Email, Network, Cloud adapters (3 remaining sources)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400800" y="3072384"/>
            <a:ext cx="219456" cy="21945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812280" y="3017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experiment: precision/recall + time-to-detect vs baseline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400800" y="3511296"/>
            <a:ext cx="219456" cy="21945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812280" y="34564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Session-scoped entity resolution (fix shared-device edge case)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400800" y="3950208"/>
            <a:ext cx="219456" cy="21945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812280" y="389534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/ change-review workflow for high-impact actions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400800" y="4389120"/>
            <a:ext cx="219456" cy="21945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812280" y="433425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+ stakeholder validation session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48640" y="507492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263380"/>
          </a:solidFill>
          <a:ln/>
        </p:spPr>
      </p:sp>
      <p:sp>
        <p:nvSpPr>
          <p:cNvPr id="30" name="Text 23"/>
          <p:cNvSpPr/>
          <p:nvPr/>
        </p:nvSpPr>
        <p:spPr>
          <a:xfrm>
            <a:off x="82296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822960" y="54681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architectural bet — one schema, rule-based chain detection, graceful degradation — is built and tested, not just designed. Phase 2 is expansion of proven patterns, not new invention.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 · Attack-Chain Correlation Engine · Review 1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2026-09-03T08:27:24Z</dcterms:created>
  <dcterms:modified xsi:type="dcterms:W3CDTF">2026-09-03T08:27:24Z</dcterms:modified>
</cp:coreProperties>
</file>